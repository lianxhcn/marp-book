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008"/>
    <a:srgbClr val="F5C008"/>
    <a:srgbClr val="0277BC"/>
    <a:srgbClr val="0177BC"/>
    <a:srgbClr val="7A5D00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3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2026/3/20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935" y="457201"/>
            <a:ext cx="3888105" cy="4933949"/>
          </a:xfrm>
          <a:prstGeom prst="rect">
            <a:avLst/>
          </a:prstGeom>
          <a:gradFill>
            <a:gsLst>
              <a:gs pos="21000">
                <a:schemeClr val="bg1"/>
              </a:gs>
              <a:gs pos="97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 w="19050" cap="sq" cmpd="thickThin">
            <a:solidFill>
              <a:schemeClr val="accent5">
                <a:lumMod val="50000"/>
                <a:alpha val="49000"/>
              </a:schemeClr>
            </a:solidFill>
            <a:miter lim="800000"/>
          </a:ln>
          <a:effectLst>
            <a:outerShdw blurRad="50800" dist="38100" dir="4800000" sx="101000" sy="101000" algn="tl" rotWithShape="0">
              <a:schemeClr val="accent5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73494" y="3051018"/>
            <a:ext cx="3844290" cy="461665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2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幻灯片指南</a:t>
            </a:r>
            <a:endParaRPr lang="en-US" altLang="zh-CN" sz="2400" kern="0" spc="30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6191" y="457201"/>
            <a:ext cx="3888105" cy="144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12141" y="5071246"/>
            <a:ext cx="3892155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4311" y="5050821"/>
            <a:ext cx="1308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www.lianxh.cn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809" y="1275896"/>
            <a:ext cx="1308051" cy="87510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77813" y="2443903"/>
            <a:ext cx="3844290" cy="646331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en-US" altLang="zh-CN" sz="3600" b="1" kern="0" spc="300" dirty="0" smtClean="0">
                <a:solidFill>
                  <a:schemeClr val="accent4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Marp</a:t>
            </a:r>
            <a:r>
              <a:rPr lang="en-US" altLang="zh-CN" sz="2800" kern="0" spc="300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179" y="535788"/>
            <a:ext cx="4054191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726296"/>
            <a:ext cx="1080000" cy="108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35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Arial Narrow" panose="020B0606020202030204" pitchFamily="34" charset="0"/>
              </a:rPr>
              <a:t>Marp</a:t>
            </a:r>
            <a:endParaRPr lang="en-US" altLang="zh-CN" sz="4000" b="1" dirty="0" smtClean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63" y="3391932"/>
            <a:ext cx="838273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4152</TotalTime>
  <Words>7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 Unicode MS</vt:lpstr>
      <vt:lpstr>等线</vt:lpstr>
      <vt:lpstr>等线 Light</vt:lpstr>
      <vt:lpstr>微软雅黑</vt:lpstr>
      <vt:lpstr>微软雅黑 Light</vt:lpstr>
      <vt:lpstr>Arial</vt:lpstr>
      <vt:lpstr>Arial Narrow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180</cp:revision>
  <dcterms:created xsi:type="dcterms:W3CDTF">2025-01-27T15:53:19Z</dcterms:created>
  <dcterms:modified xsi:type="dcterms:W3CDTF">2026-03-20T17:28:52Z</dcterms:modified>
</cp:coreProperties>
</file>